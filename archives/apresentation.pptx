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F7E1D-8A6F-8416-7B14-F1298234F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EDD71D-CD0B-906C-6674-0150D9C2F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446516-79E1-3162-9673-553EACF8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10BE97-BD8F-3A71-51B3-6EE6F5FB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C14E9C-C581-F5FC-1DB7-F7763B01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42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45615-7BBF-CB39-D596-186C6236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5666E5-1E4D-DB15-3EEA-AD44A12A3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FE79EF-7118-9F5C-762E-53A19030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9AC7A2-0511-A2FD-D614-4740AF5C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1667B7-2435-6042-AD5D-84DDBE4B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218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E1906-B1D1-29C0-3907-C91834D2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0B2B5C-963A-A716-B8EA-57DB7FD95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E91D31-7226-F4DC-0570-99162CE1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6E4F57-FDAC-CDE6-C8E7-3DECAB69F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6F7E3-A905-EE09-1F3C-06DC64841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68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9ED05-7CB6-3C9B-CD5A-6B681D59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89F42D-7A12-EC7F-1D13-CA2991D45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1FF100-9164-0DAD-D14A-21864DD5E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1BB7BD-0A3C-951F-1B7D-40FD67E97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918BBB-6B51-2B31-4C81-CBA5F122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17C22E-292E-607E-7D54-8AB27C7E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47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7D0C1-B9A3-68CD-82D2-B667A02B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949B73-BF88-C774-4A7E-E23BE1935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A94ABA-F18D-F232-53BF-EB637EF6D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0295437-244B-CD26-ABC9-7C2C46A6D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D67022-69C9-6026-EE74-604A43A29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7FDF5B-6AA9-DF13-701B-B744D0E5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D8FABCF-4646-A1C9-5096-C90F603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D3634B-47AA-4377-32F5-8CB7E30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89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DC808-19AE-1693-71D5-2153B5A2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F9B991-8196-47FD-6A56-4E28061E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E7597AA-2363-DFBB-1ADB-47BEFF93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961CFD-486C-1DFE-3390-4F781EAD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58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10249D-874E-F466-0B35-F65653E9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ED0285F-8E28-8DAA-1CD4-1BA5A268C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322D48-F54F-B987-312F-5EC608B8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554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A59E0-D2F7-A5DE-9060-DFEAA40A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321E57-2756-0B6D-E58D-A63F9667B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4157F9-6375-FD69-5061-F96CA0B86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D7E034-D981-7227-0034-A91529ED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BE059A-3C85-1119-2854-B8452F45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1A24A3-800F-D53F-08D8-9E42AC72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162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2AD16-D8DC-EC0A-6CBA-F4396586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1C919D0-53A8-A93F-EE2B-5AC3A703F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38A0D8-285C-FA2A-063C-D2EFDC71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A7131D-A9D0-2BDA-40D4-76F05F64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A48A48-DCB6-1181-4848-76FB3B03F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B3F951-A475-F62C-EB74-F6D3684C0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97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5B101-AC86-5B07-32C0-A8994E4C8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9B6A49-7789-3109-53E4-A12565F1A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3420A1-6BC9-275F-A77A-4004F534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C8C2CF-C998-CEBB-16DC-EBDC64328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777CB-C29F-B073-349D-04459018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87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C7D105-BFEA-15E7-859E-EC3835F94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A30FDE-2EE6-3AC5-2604-B1B6AB058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420911-CEB3-B639-F826-43C467D6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7B2545-4FFD-131A-1617-4B020493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E90666-CC2B-0BB1-2F2E-0960C942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CD41D74-93C0-7B9D-EBB7-A9BF78054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A2F81A3-9F93-2900-896E-A76F3871B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F389B8-514C-8818-F8F8-63D2DABC1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384FA-82BD-48A7-925E-6C946F541AAD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6DF4E4-6BF3-1AB7-6397-137D4358B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57CFA1-A48D-6C6D-2456-141711795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0921A-ECA8-4F93-B8A3-192D50552B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5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A9C7E-79E0-C3B7-102A-FAABDB3809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/>
              <a:t> start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apresentation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3C14E8-0370-C3E7-7EBC-82D00B384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93550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This is the start of the apresentation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Ferreira</dc:creator>
  <cp:lastModifiedBy>Matheus Ferreira</cp:lastModifiedBy>
  <cp:revision>1</cp:revision>
  <dcterms:created xsi:type="dcterms:W3CDTF">2026-01-03T00:37:03Z</dcterms:created>
  <dcterms:modified xsi:type="dcterms:W3CDTF">2026-01-03T00:37:40Z</dcterms:modified>
</cp:coreProperties>
</file>